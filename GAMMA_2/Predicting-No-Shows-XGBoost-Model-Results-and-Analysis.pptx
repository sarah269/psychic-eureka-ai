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Syne"/>
      <p:regular r:id="rId9"/>
    </p:embeddedFont>
    <p:embeddedFont>
      <p:font typeface="Syne"/>
      <p:regular r:id="rId10"/>
    </p:embeddedFont>
    <p:embeddedFont>
      <p:font typeface="Arimo"/>
      <p:regular r:id="rId11"/>
    </p:embeddedFont>
    <p:embeddedFont>
      <p:font typeface="Arimo"/>
      <p:regular r:id="rId12"/>
    </p:embeddedFont>
    <p:embeddedFont>
      <p:font typeface="Arimo"/>
      <p:regular r:id="rId13"/>
    </p:embeddedFont>
    <p:embeddedFont>
      <p:font typeface="Arimo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13240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Predicting No-Shows: XGBoost Model Results &amp;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584263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Our XGBoost classification model achieved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72% accuracy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predicting appointment no-shows, helping identify patients at risk of missing scheduled visits. This presentation summarizes key findings and next steps for implementation.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8540"/>
            <a:ext cx="651795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Findings &amp; Action Plan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1740575"/>
            <a:ext cx="4158734" cy="5790486"/>
          </a:xfrm>
          <a:prstGeom prst="roundRect">
            <a:avLst>
              <a:gd name="adj" fmla="val 863"/>
            </a:avLst>
          </a:prstGeom>
          <a:solidFill>
            <a:srgbClr val="2B2952"/>
          </a:solidFill>
          <a:ln/>
        </p:spPr>
      </p:sp>
      <p:sp>
        <p:nvSpPr>
          <p:cNvPr id="4" name="Text 2"/>
          <p:cNvSpPr/>
          <p:nvPr/>
        </p:nvSpPr>
        <p:spPr>
          <a:xfrm>
            <a:off x="1077039" y="19798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Model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2475428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72% accuracy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predicting no-shows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77039" y="3325178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20% overall no-show rate across all appointments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77039" y="4174927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cleaning required for scheduling date inconsistencies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1740575"/>
            <a:ext cx="4158734" cy="5790486"/>
          </a:xfrm>
          <a:prstGeom prst="roundRect">
            <a:avLst>
              <a:gd name="adj" fmla="val 863"/>
            </a:avLst>
          </a:prstGeom>
          <a:solidFill>
            <a:srgbClr val="2B2952"/>
          </a:solidFill>
          <a:ln/>
        </p:spPr>
      </p:sp>
      <p:sp>
        <p:nvSpPr>
          <p:cNvPr id="9" name="Text 7"/>
          <p:cNvSpPr/>
          <p:nvPr/>
        </p:nvSpPr>
        <p:spPr>
          <a:xfrm>
            <a:off x="5475089" y="1979890"/>
            <a:ext cx="34620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Top Predictive Factors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5089" y="2475428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Days between scheduling and appointment date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475089" y="3325178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Patient gender (65% of no-shows were female patients)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475089" y="4174927"/>
            <a:ext cx="36801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Neighborhood (highest in Jardim Camburi, Maria Ortiz, Itarrare)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633823" y="1740575"/>
            <a:ext cx="4158853" cy="5790486"/>
          </a:xfrm>
          <a:prstGeom prst="roundRect">
            <a:avLst>
              <a:gd name="adj" fmla="val 863"/>
            </a:avLst>
          </a:prstGeom>
          <a:solidFill>
            <a:srgbClr val="2B2952"/>
          </a:solidFill>
          <a:ln/>
        </p:spPr>
      </p:sp>
      <p:sp>
        <p:nvSpPr>
          <p:cNvPr id="14" name="Text 12"/>
          <p:cNvSpPr/>
          <p:nvPr/>
        </p:nvSpPr>
        <p:spPr>
          <a:xfrm>
            <a:off x="9873139" y="1979890"/>
            <a:ext cx="368022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Recommended Next Steps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3139" y="2827377"/>
            <a:ext cx="36802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user-friendly risk prediction interface for staff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9873139" y="3677126"/>
            <a:ext cx="36802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targeted transportation assistance for high-risk neighborhoods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873139" y="4909899"/>
            <a:ext cx="36802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Consider home visit options for infants and mobility-challenged patients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873139" y="6142673"/>
            <a:ext cx="36802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 automated reminder system with escalating contact methods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2025-08-18T06:02:37Z</dcterms:created>
  <dcterms:modified xsi:type="dcterms:W3CDTF">2025-08-18T06:02:37Z</dcterms:modified>
</cp:coreProperties>
</file>